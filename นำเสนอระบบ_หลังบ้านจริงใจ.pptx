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777240"/>
            <a:ext cx="1645920" cy="1645920"/>
          </a:xfrm>
          <a:prstGeom prst="ellipse">
            <a:avLst/>
          </a:prstGeom>
          <a:solidFill>
            <a:srgbClr val="6D1616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257800" y="7772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🏮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6060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หลังบ้านจริงใจ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3E3C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ระบบจัดการหลังร้านครบวงจร — จริงใจหมูกระทะ (สาขารัชดา · สาขาลาดพร้าว)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9C49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นับสต๊อก · สั่งของอัตโนมัติ · ส่ง LINE · รับของ+ราคา · ปิดกะการเงิน · บิลรายจ่าย · รายงาน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80560" y="512064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5120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0D0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เวอร์ชันปัจจุบัน b43 · สิงหาคม 2569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ทำไมต้องมีระบบนี้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จากกระดาษ + ไลน์ + ความจำ → ระบบเดียวที่คิดเลขให้และจำแทนทุกคน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เมื่อก่อน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F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ตอนนี้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CF3F2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11226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185623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จดสต๊อกใส่กระดาษ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ลายมืออ่านยาก หาย ย้อนดูไม่ได้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02920" y="299923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CF3F2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330098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04495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สั่งของด้วยความรู้สึก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สั่งขาดของหมดกลางดึก / สั่งเกินของเน่าทิ้ง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02920" y="418795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CF3F2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448970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23367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เงินเก๊ะไม่รู้หายตอนไหน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กระทบยอดมือ ผิดบ่อย หาต้นตอไม่เจอ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02920" y="537667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CF3F2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567842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542239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ไลน์หาซัพทีละเจ้า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พิมพ์เอง ตกหล่น ไม่มีหลักฐานยอดสั่ง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6263640" y="181051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8232" y="211226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823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🧮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185623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ระบบคำนวณยอดสั่งให้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จากสถิติใช้จริง + รอบส่งของแต่ละซัพ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263640" y="299923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330098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13448" y="304495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ส่งใบสั่งเข้ากลุ่ม LINE อัตโนมัติ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แยกซัพ ครบทุกรายการ มีบันทึกทุกครั้ง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263640" y="418795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448970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28232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13448" y="423367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ปิดกะรู้ทันทีเงินตรงไหม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ขาด/เกินเท่าไหร่ ใครบันทึก ใครแก้อะไร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6263640" y="5376672"/>
            <a:ext cx="5394960" cy="1060704"/>
          </a:xfrm>
          <a:prstGeom prst="roundRect">
            <a:avLst>
              <a:gd name="adj" fmla="val 7759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8232" y="567842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28232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013448" y="5422392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ข้อมูลเก็บถาวร 3 ชั้น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ดูย้อนหลังได้ไม่จำกัด ของหายมีที่มา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ระบบทำอะไรได้บ้าง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 โมดูลในแอปเดียว — เปิดจากมือถือหรือคอม ไม่ต้องติดตั้ง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4650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463040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นับสต๊อกรายวัน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แยกตามแผนก (ของหวาน ครัวร้อน ผัก ฯลฯ) มีรูปสินค้า + 4 ภาษา ไทย/อังกฤษ/ลาว/พม่า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74650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🧾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13448" y="1463040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ใบสั่งซื้ออัตโนมัติ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คำนวณยอดแนะนำจากสูตร แยกกลุ่มตามซัพ แก้ตัวเลขก่อนส่งได้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99008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2706624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ส่งออเดอร์เข้า LINE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เข้ากลุ่มของแต่ละซัพโดยตรง + เตือนก่อนหมดเวลาตัดรอบ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263640" y="2660904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299008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🚚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2706624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รับของ + บันทึกราคา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เทียบสั่ง/รับจริง ของไม่ครบแจ้งซัพทาง LINE ทันที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02920" y="3904488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423367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3950208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ใบปะหน้าปิดกะ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กระทบยอดเงินสดเช้า-เย็น รู้ทันทีว่าเงินตรง/ขาด/เกิน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263640" y="3904488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423367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2823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3950208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บิลรายจ่ายซัพ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เลือกซัพแล้วรายการบิลเด้งตามกระดาษจริง รวมยอดอัตโนมัติ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02920" y="5148072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5477256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252728" y="5193792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รายงานการใช้ของ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ใช้ไปเท่าไหร่ต่อวัน/ช่วง เทียบของเข้าจริง จับของรั่วไหล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6263640" y="5148072"/>
            <a:ext cx="5532120" cy="1115568"/>
          </a:xfrm>
          <a:prstGeom prst="roundRect">
            <a:avLst>
              <a:gd name="adj" fmla="val 7377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5477256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28232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13448" y="5193792"/>
            <a:ext cx="4599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คลังข้อมูลย้อนหลัง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เก็บถาวรไม่จำกัด + สำรองขึ้น NAS ทุกคืนอัตโนมัติ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โครงสร้างระบบ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ไม่มีเซิร์ฟเวอร์ต้องดูแลเอง — ทุกชิ้นเป็นบริการฟรี/ราคาคงที่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56816" y="1362456"/>
            <a:ext cx="8247888" cy="4864608"/>
          </a:xfrm>
          <a:prstGeom prst="roundRect">
            <a:avLst>
              <a:gd name="adj" fmla="val 1692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tmp/claude-0/-home-user-jjmk-stock/dfae24ff-c9c8-55f6-bde5-ca56027be8aa/scratchpad/docs/sho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17320"/>
            <a:ext cx="813816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วงจรการทำงานใน 1 วัน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เส้นแบ่งวันธุรกิจ 06:00 — ปิดดึกข้ามเที่ยงคืนก็ยังนับเป็นวันเดิม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56816" y="1316736"/>
            <a:ext cx="8247888" cy="5001768"/>
          </a:xfrm>
          <a:prstGeom prst="roundRect">
            <a:avLst>
              <a:gd name="adj" fmla="val 1645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tmp/claude-0/-home-user-jjmk-stock/dfae24ff-c9c8-55f6-bde5-ca56027be8aa/scratchpad/docs/shots/flow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371600"/>
            <a:ext cx="8138160" cy="489204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① นับสต๊อก — งานหน้าตู้ของพนักงาน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75564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508760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นับตามแผนก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แท็บหมวดชัดเจน รู้ว่านับไปกี่รายการ เหลือกี่รายการ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2633472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92608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🙈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2679192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โชว์เฉพาะที่ต้องนับวันนี้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ซัพที่ยังไม่ถึงรอบสั่ง ระบบซ่อนให้ ไม่เสียเวลานับฟรี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409651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3849624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ป้ายเตือนอัตโนมัติ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ของหมด / ต่ำกว่า safety / ซัพครบรอบต้องสั่งวันนี้ พร้อมนับถอยหลังเวลาตัด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502920" y="4974336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52669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5020056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บันทึกเฉพาะที่เปลี่ยน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กดเซฟซ้ำได้ ไม่มีข้อมูลซ้ำซ้อน + จำชื่อคนนับทุกแถว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② ใบสั่งซื้อ — ระบบคิดเลขแทนคน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1481328"/>
          </a:xfrm>
          <a:prstGeom prst="roundRect">
            <a:avLst>
              <a:gd name="adj" fmla="val 5556"/>
            </a:avLst>
          </a:prstGeom>
          <a:solidFill>
            <a:srgbClr val="EEF4FF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6002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559C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สูตรแนะนำสั่ง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62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ยอดสั่ง = อัตราใช้/วัน × วันที่ของต้องพอ − ของที่จะเหลือตอนของมาถึง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3090672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512" y="329641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" y="32964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52728" y="313639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อิงตัวเลขจริง 2 ตัว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safety = ใช้เฉลี่ย/วัน · max = ใช้วันพีค — จูนจากสถิตินับย้อนหลังได้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02920" y="4050792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" y="425653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7512" y="4256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52728" y="409651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ปัดหน่วยให้อัตโนมัติ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แปลงเป็นลัง/แพ็คตามซัพ + เตือนยอดขั้นต่ำ เช่น "ขาดอีก 2.5 ลัง"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502920" y="5010912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" y="521665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7512" y="5216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✍️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505663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คนตัดสินใจสุดท้าย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ผู้จัดการแก้ช่อง "สั่งจริง" ได้ทุกรายการก่อนกดส่ง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ตั้งรอบสั่งได้ตรงนิสัยซัพจริงทุกเจ้า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sup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64592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50876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สั่งได้ทุกวัน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ผัก/ของสด — เตือนเมื่อต่ำกว่า safety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237744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56032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242316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วันบังคับสั่ง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เช่น สั่งจันทร์-ได้ของพุธ ตามตารางรายสัปดาห์ + เวลาตัดรอบ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329184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347472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333756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รอบทุก N วัน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เช่น ทุก 15 วัน นับจากวันสั่งล่าสุดอัตโนมัติ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438912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🗓️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425196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ตามวันที่ของเดือน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เดือนละ 1-2 ครั้ง เช่น ทุกวันที่ 1 กับ 16 (เดือนสั้นเลื่อนให้เอง)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502920" y="512064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7512" y="530352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67512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516636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ย้ายซัพได้ 2 แบบ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วันนี้สั่งกุ้งเจ้า A พรุ่งนี้เจ้า B — เฉพาะครั้ง หรือย้ายถาวร ประวัติไม่หาย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③ รับของ + ราคา — ปิดช่องของหาย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rece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75564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508760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เห็นรูปสินค้า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เช็คของถูกตัวแม้พนักงานใหม่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2633472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92608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2679192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เทียบสั่ง vs รับจริง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ขาด/เกิน ระบบคำนวณส่วนต่างและแจ้งเข้ากลุ่ม LINE ซัพให้ทันที มีหลักฐานครบ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409651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3849624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เก็บราคาทุกครั้ง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ช่องราคาเติมค่าล่าสุดให้ แก้เฉพาะตัวที่ราคาเปลี่ยน — กลายเป็นฐานข้อมูลต้นทุน/Food Cost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502920" y="4974336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52669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5020056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 "ของเข้า" เชื่อถือได้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รายงานการใช้ของอิงจากยอดรับจริง ไม่ใช่ยอดที่ตั้งใจสั่ง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④ ใบปะหน้าปิดกะ — เงินทุกบาทมีที่มา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75564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🌗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508760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กะต่อวัน ต่อสาขา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เช้า/เย็น ระบบเลือกกะให้ตามเวลา · เงินเก๊ะเปิด = เก๊ะปิดกะก่อนหน้าอัตโนมัติ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2633472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92608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🧮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2679192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คิดเลขแทนทั้งใบ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ควรมีในเก๊ะ = เก๊ะเปิด + ขายสด − รายจ่ายสด − เงินฝาก · เทียบนับจริง → ตรง/ขาด/เกิน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409651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🧾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3849624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จดรายจ่ายสดในตัว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จ่ายค่าอะไร ใครเบิก กี่บาท — รวมเข้าสูตรทันที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502920" y="4974336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52669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🕵️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5020056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ตรวจสอบย้อนหลังได้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บันทึกใครกรอก ใครแก้ช่องไหน จากเท่าไหร่เป็นเท่าไหร่ เวลาไหน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⑤ รายจ่าย Supplier — ลงบิลไวเหมือนติ๊กถูก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sup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75564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🧾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508760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รายการเด้งตามบิลจริง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คลังรายการบิล 494 รายการจาก 36 ซัพ — เลือกซัพปุ๊บรายการขึ้นตรงกระดาษ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2633472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92608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2679192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กรอกแค่จำนวน+ราคา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ระบบคูณ รวมเป็นยอดบิลให้ · พิมพ์ยอดเองก็ได้สำหรับซัพที่ไม่มีรายการ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409651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3849624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ยอดรวมรายวัน/รายเดือน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เห็นทันทีว่าวันนี้จ่ายไปเท่าไหร่ เดือนนี้เท่าไหร่ ซัพไหนกินสัดส่วนสูง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502920" y="4974336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52669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5020056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ฐานของ Food Cost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รายจ่าย + ยอดขายจากใบปะหน้า = คำนวณ % ต้นทุนอาหารได้ในเฟสถัดไป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ตัวจับคู่ชื่ออัจฉริยะ — ปัญหาที่ระบบอื่นมองข้าม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ชื่อในบิล ("เอโร่ ผักรวมแช่แข็ง1กก.") กับชื่อที่ใช้นับ ("ผักรวม") ไม่เหมือนกันโดยธรรมชาติ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56816" y="1426464"/>
            <a:ext cx="8247888" cy="4864608"/>
          </a:xfrm>
          <a:prstGeom prst="roundRect">
            <a:avLst>
              <a:gd name="adj" fmla="val 1692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tmp/claude-0/-home-user-jjmk-stock/dfae24ff-c9c8-55f6-bde5-ca56027be8aa/scratchpad/docs/shots/supn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81328"/>
            <a:ext cx="813816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⑥ รายงานการใช้ของ + คลังข้อมูลถาวร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28616" y="1408176"/>
            <a:ext cx="6784848" cy="4562856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12700">
            <a:solidFill>
              <a:srgbClr val="E3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jjmk-stock/dfae24ff-c9c8-55f6-bde5-ca56027be8aa/scratchpad/docs/shots/u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6675120" cy="4453128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755648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508760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รู้การใช้จริงต่อวัน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นับต้น + ของเข้าจริง − นับปลาย = ใช้ไปเท่าไหร่ · ติดลบ = มีของเข้านอกระบบ ตรวจได้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2633472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2926080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2679192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จูน safety/max จากสถิติ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ใช้ข้อมูลจริงย้อนหลังปรับค่าให้สั่งพอดี ไม่ขาดไม่เหลือ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4096512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3849624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ดูย้อนหลังได้ไม่จำกัด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ข้อมูลเกิน 120 วันย้ายเข้าคลังอัตโนมัติ — หน้าจอเดิมเปิดดูต่อเนื่องเหมือนไม่มีอะไรเกิดขึ้น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502920" y="4974336"/>
            <a:ext cx="4297680" cy="1042416"/>
          </a:xfrm>
          <a:prstGeom prst="roundRect">
            <a:avLst>
              <a:gd name="adj" fmla="val 789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52669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5020056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NAS สำรองทุกคืนตี 4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ทุกตาราง ทั้งไฟล์กู้ระบบและไฟล์ Excel — กฎเหล็ก: ไม่มีสำรองใหม่ ระบบไม่ยอมลบอะไรทั้งสิ้น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ความปลอดภัยและการควบคุม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1481328"/>
          </a:xfrm>
          <a:prstGeom prst="roundRect">
            <a:avLst>
              <a:gd name="adj" fmla="val 5556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20665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600200"/>
            <a:ext cx="45994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สิทธิ์รายคน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เจ้าของ/ผู้จัดการ/พนักงาน เห็นเมนูไม่เท่ากัน — โมดูลเงินเห็นเฉพาะระดับบริหาร · กำหนดสาขาและแผนกที่แต่ละคนดูแล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532120" cy="1481328"/>
          </a:xfrm>
          <a:prstGeom prst="roundRect">
            <a:avLst>
              <a:gd name="adj" fmla="val 5556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206654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✍️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13448" y="1600200"/>
            <a:ext cx="45994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ทุกการกระทำมีชื่อคนทำ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นับ/สั่ง/รับ/ปิดกะ/แก้ไข บันทึกใคร-เมื่อไหร่ทั้งหมด ตรวจย้อนหลังได้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5532120" cy="1481328"/>
          </a:xfrm>
          <a:prstGeom prst="roundRect">
            <a:avLst>
              <a:gd name="adj" fmla="val 5556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375818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3291840"/>
            <a:ext cx="45994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พนักงานใหม่ต้องอนุมัติ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สมัครเองแล้วรอผู้จัดการกดรับ + รีเซ็ตรหัสผ่านให้ได้จากในแอป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532120" cy="1481328"/>
          </a:xfrm>
          <a:prstGeom prst="roundRect">
            <a:avLst>
              <a:gd name="adj" fmla="val 5556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3758184"/>
            <a:ext cx="457200" cy="457200"/>
          </a:xfrm>
          <a:prstGeom prst="ellipse">
            <a:avLst/>
          </a:prstGeom>
          <a:solidFill>
            <a:srgbClr val="6D16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3291840"/>
            <a:ext cx="45994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ข้อมูลมีสำเนา 3 ชั้น
</a:t>
            </a:r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4A42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ฐานข้อมูลสด (คลาวด์) + คลังถาวร (คลาวด์) + NAS ที่ร้าน — พังชั้นไหนก็กู้ได้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502920" y="5120640"/>
            <a:ext cx="11292840" cy="960120"/>
          </a:xfrm>
          <a:prstGeom prst="roundRect">
            <a:avLst>
              <a:gd name="adj" fmla="val 8571"/>
            </a:avLst>
          </a:prstGeom>
          <a:solidFill>
            <a:srgbClr val="FFF8EC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206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💡 หลักคิดของระบบ: </a:t>
            </a:r>
            <a:pPr indent="0" marL="0">
              <a:buNone/>
            </a:pPr>
            <a:r>
              <a:rPr lang="en-US" sz="1350" dirty="0">
                <a:solidFill>
                  <a:srgbClr val="2E262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"บันทึกความจริง ไม่ใช่ความตั้งใจ" — ยอดสั่งจริงตอนกดส่ง LINE · ยอดรับจริงตอนของมา · เงินนับจริงตอนปิดกะ ทำให้รายงานทุกตัวเชื่อถือได้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ข้อดีสรุป — ในตัวเลข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หลังบ้านจริงใจ · จริงใจหมูกระทะ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33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สาขาในระบบเดียว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ข้อมูลแยกสาขา สลับดูได้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412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633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สินค้า 4 ภาษา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 · EN · ລາວ · မြန်မာ พร้อมรูป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BF7EF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633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ซัพพลายเออร์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ชื่อบริษัทเต็ม + กลุ่ม LINE + รอบสั่ง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05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0฿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919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ค่าระบบรายเดือน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303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GitHub Pages + Supabase ฟรี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4005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24 ชม.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919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ใช้ได้ทุกที่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303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เว็บแอปบนมือถือ ไม่ต้องติดตั้ง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38404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0F8F1"/>
          </a:solidFill>
          <a:ln w="12700">
            <a:solidFill>
              <a:srgbClr val="E9DF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005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161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ชั้น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919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สำรองข้อมูล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5303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สด + คลัง + NAS ทุกคืน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F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ก้าวต่อไป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6D1616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550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Food Cost 3 มุมมอง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1226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9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% ต้นทุนอาหารรายวัน (เป้า 35-45%) · จับสั่งเกิน · ราคาย้อนหลังต่อสินค้า — ข้อมูลพร้อมแล้วจากใบปะหน้า+บิล+ราคารับของ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6D1616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2004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0266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แดชบอร์ดผู้บริหาร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8386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9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KPI + กราฟยอดขาย/รายจ่าย เห็นสุขภาพร้านในจอเดียว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6D1616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5720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3982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ขึ้นระบบจริงเต็มตัว (v25)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5546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9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โปรโมทโครงหลังบ้านจาก beta สู่ production ให้พนักงานใช้ทุกคน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หลังบ้านจริงใจ — ทำระบบให้จำแทนคน แล้วให้คนไปใส่ใจลูกค้า 🏮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2026-08-27T20:44:50Z</dcterms:created>
  <dcterms:modified xsi:type="dcterms:W3CDTF">2026-08-27T20:44:50Z</dcterms:modified>
</cp:coreProperties>
</file>